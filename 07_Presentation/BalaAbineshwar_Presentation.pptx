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DFE9-3516-6889-D1F8-0D778FDD5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DF649-47B1-25DB-2A1D-CF651CE9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F7647-8BC7-B487-AB56-F77770C3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AE20A-20AD-726B-D4B3-28B7E774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A9E85-C9FE-4286-DF9D-484DB97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95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3CEF-F2F0-2C42-9E4D-0938DB9C1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6C79-92A9-1743-9D71-338601FA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C3AAF-5F9F-BF48-3801-F522A1CF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0B94-F7A1-9370-4490-277BCD2B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28850-828D-66F6-B1F3-3F1CB5FD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89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C68D-F041-92F3-0A34-1A2241325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300EA-644F-49AD-D9C4-8EACB2B56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43422-DD37-6ABC-9DAF-36953F70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0DC56-BC2C-29AD-1651-306FE923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C3C4A-2EFA-8992-EE20-854C6771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05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65DD3-5501-AE7F-B14F-569C63E9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F9116-0184-246C-6067-A8E4BB790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10087-EA58-14FD-0449-6CF5DEB7C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30778-7FF0-3937-BAC7-D3F21F5A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74D17-E6C0-96A5-6A4B-B6D2C3D1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B555A-3786-FD32-30B9-EB1AF45A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12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F12E-2635-9528-FB3D-839C8C6B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67838-7E86-D60B-BE64-AF8E339F4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E49B8-C10F-FB48-DC4E-3DEBCC047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336C0-D256-1391-A9C1-36509C866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EC924-91B5-27ED-F161-91B12BDEA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5A6A7-36AD-83AA-8257-BD4E495F3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FF0D1-E029-3B5B-BE57-7BCF794D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E95DC-AA97-6D65-000F-B200795E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480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AAD6-42D3-507C-7CBE-D766C3C5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D18EE-EB03-C336-9C0F-32A23C8C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C1A25-2680-2044-4410-29D60615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CD24F-182E-2728-9883-631BCB8E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2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53083-4141-D105-2EB5-DB02F5B8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05080-CA44-8B85-861F-86634264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50C83-AE8A-917D-DBCA-CCB51A21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0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DC70-9771-EA29-FA3C-5A2B69028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0096-C12F-36BF-445A-22A9DC91E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58D1-540E-B112-1A6A-1A285E5C9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67C3B-2EE8-5031-4B85-8F3D7DC74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2D9D-5B73-A942-0EFC-1E02588D1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9533E-F7F0-35C5-D736-C4DC2FCE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6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B665-971B-C330-60EB-90F9C4C4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17DA3-69C3-6DFD-32B4-5AAD0A500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63F6F-8E78-1FAC-B019-A0625AF43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EB022-264A-3EE6-4AD8-A21AEC630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33970-4F82-67FD-E727-F25F9313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78F88-40C4-CFE2-2D5E-A02F1E3C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73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C9F7-1081-6C8E-5156-576AC489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27131-8579-BC81-D1EC-0487F93B5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41807-27EA-A616-D249-8AC7A3F8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1EABD-2C2F-EC0E-FC9B-CE9A59E0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B4A3-A8CE-D06B-4FA5-DFD23BFF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2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4DBC26-BC80-018D-4E0A-13AEF9743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7386B-FD41-84B4-0B44-3421CFE71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4920E-2E29-2F91-6A84-9FEEF590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34A32-5C86-9728-C35E-0D66CC51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F68D-7A32-6B04-551C-8DA53A4F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2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A85A4-6F0F-ED04-458A-F188A4FC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BF0BF-A46D-D668-0C1B-6CE20B932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1117F-E182-EE30-8154-85D102EFA0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EC37F-02E4-4A8F-B0F3-E2A1B32E3C56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3F18A-BE9D-C08E-8350-4404ADAC1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34C72-269C-EFA2-7E77-4770C709A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0D228-297E-41CC-8A06-3D56BC24C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72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07645-B2E1-0718-E951-B88087C9E6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E-Commerce Data Analytics Milestone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864EB-D7B3-8C8E-67BB-8E336DDE0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by: Bala </a:t>
            </a:r>
            <a:r>
              <a:rPr lang="en-IN" dirty="0" err="1"/>
              <a:t>Abineshwar</a:t>
            </a:r>
            <a:r>
              <a:rPr lang="en-IN" dirty="0"/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2341232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2DDF-9A30-F5E7-4C43-394F833C0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84" y="730313"/>
            <a:ext cx="10515600" cy="1325563"/>
          </a:xfrm>
        </p:spPr>
        <p:txBody>
          <a:bodyPr/>
          <a:lstStyle/>
          <a:p>
            <a:r>
              <a:rPr lang="en-IN" dirty="0"/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CA8E-C420-5169-E5A1-93C0C25C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055876"/>
            <a:ext cx="9905998" cy="3124201"/>
          </a:xfrm>
        </p:spPr>
        <p:txBody>
          <a:bodyPr/>
          <a:lstStyle/>
          <a:p>
            <a:pPr lvl="0"/>
            <a:r>
              <a:rPr lang="en-IN" dirty="0"/>
              <a:t>Analysis of a Brazilian e-commerce dataset</a:t>
            </a:r>
          </a:p>
          <a:p>
            <a:pPr lvl="0"/>
            <a:r>
              <a:rPr lang="en-IN" dirty="0"/>
              <a:t>Historical data from 2016–2018</a:t>
            </a:r>
          </a:p>
          <a:p>
            <a:pPr lvl="0"/>
            <a:r>
              <a:rPr lang="en-IN" dirty="0"/>
              <a:t>Focus on sales, customers, products and delivery</a:t>
            </a:r>
          </a:p>
          <a:p>
            <a:pPr lvl="0"/>
            <a:r>
              <a:rPr lang="en-IN" dirty="0"/>
              <a:t>Converting raw data into meaningful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869319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A6EB-BD96-163C-39EB-02995B97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AAA0-1BC7-C74A-4DD1-B545CD80A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err="1"/>
              <a:t>Analyze</a:t>
            </a:r>
            <a:r>
              <a:rPr lang="en-IN" dirty="0"/>
              <a:t> sales and revenue performance</a:t>
            </a:r>
          </a:p>
          <a:p>
            <a:pPr lvl="0"/>
            <a:r>
              <a:rPr lang="en-IN" dirty="0"/>
              <a:t>Understand customer purchasing behaviour</a:t>
            </a:r>
          </a:p>
          <a:p>
            <a:pPr lvl="0"/>
            <a:r>
              <a:rPr lang="en-IN" dirty="0"/>
              <a:t>Study product and category performance</a:t>
            </a:r>
          </a:p>
          <a:p>
            <a:pPr lvl="0"/>
            <a:r>
              <a:rPr lang="en-IN" dirty="0"/>
              <a:t>Evaluate delivery and logistics</a:t>
            </a:r>
          </a:p>
          <a:p>
            <a:pPr lvl="0"/>
            <a:r>
              <a:rPr lang="en-IN" dirty="0"/>
              <a:t>Explore regional and seller performance</a:t>
            </a:r>
          </a:p>
          <a:p>
            <a:pPr lvl="0"/>
            <a:r>
              <a:rPr lang="en-IN" dirty="0"/>
              <a:t>Support business reporting and decision-making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347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58D8-ADD7-CD80-8D34-7515DBF3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DCB66-9060-CA17-4637-F72FE8D9C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Brazilian </a:t>
            </a:r>
            <a:r>
              <a:rPr lang="en-IN" dirty="0" err="1"/>
              <a:t>Olist</a:t>
            </a:r>
            <a:r>
              <a:rPr lang="en-IN" dirty="0"/>
              <a:t> E-Commerce Public Dataset</a:t>
            </a:r>
          </a:p>
          <a:p>
            <a:pPr lvl="0"/>
            <a:r>
              <a:rPr lang="en-IN" dirty="0"/>
              <a:t>Historical period: 2016–2018</a:t>
            </a:r>
          </a:p>
          <a:p>
            <a:pPr lvl="0"/>
            <a:r>
              <a:rPr lang="en-IN" dirty="0"/>
              <a:t>7 tables used: Customers, Orders, Order Items, Products, Payments, Reviews and Sellers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85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C30A-CF94-A78C-7735-A57E784C1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8C82B-617C-364B-5391-B001FF000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Python:</a:t>
            </a:r>
            <a:r>
              <a:rPr lang="en-IN" dirty="0"/>
              <a:t> Data inspection and validation</a:t>
            </a:r>
          </a:p>
          <a:p>
            <a:pPr lvl="0"/>
            <a:r>
              <a:rPr lang="en-IN" b="1" dirty="0"/>
              <a:t>Excel:</a:t>
            </a:r>
            <a:r>
              <a:rPr lang="en-IN" dirty="0"/>
              <a:t> Data analysis, calculations and dashboard</a:t>
            </a:r>
          </a:p>
          <a:p>
            <a:pPr lvl="0"/>
            <a:r>
              <a:rPr lang="en-IN" b="1" dirty="0"/>
              <a:t>MySQL:</a:t>
            </a:r>
            <a:r>
              <a:rPr lang="en-IN" dirty="0"/>
              <a:t> SQL queries and structured analysis</a:t>
            </a:r>
          </a:p>
          <a:p>
            <a:pPr lvl="0"/>
            <a:r>
              <a:rPr lang="en-IN" b="1" dirty="0"/>
              <a:t>Pandas &amp; NumPy:</a:t>
            </a:r>
            <a:r>
              <a:rPr lang="en-IN" dirty="0"/>
              <a:t> Basic statistical analysis</a:t>
            </a:r>
          </a:p>
          <a:p>
            <a:pPr lvl="0"/>
            <a:r>
              <a:rPr lang="en-IN" b="1" dirty="0"/>
              <a:t>Power BI:</a:t>
            </a:r>
            <a:r>
              <a:rPr lang="en-IN" dirty="0"/>
              <a:t> Interactive data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751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7024-0232-72D3-1B4D-D67A55EB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DA951-D1FD-A957-9442-0BC62E402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Total Revenue:</a:t>
            </a:r>
            <a:r>
              <a:rPr lang="en-IN" dirty="0"/>
              <a:t>  13.59M </a:t>
            </a:r>
          </a:p>
          <a:p>
            <a:pPr lvl="0"/>
            <a:r>
              <a:rPr lang="en-IN" b="1" dirty="0"/>
              <a:t>Unique Orders:</a:t>
            </a:r>
            <a:r>
              <a:rPr lang="en-IN" dirty="0"/>
              <a:t> 98,666</a:t>
            </a:r>
          </a:p>
          <a:p>
            <a:pPr lvl="0"/>
            <a:r>
              <a:rPr lang="en-IN" b="1" dirty="0"/>
              <a:t>Unique Customers:</a:t>
            </a:r>
            <a:r>
              <a:rPr lang="en-IN" dirty="0"/>
              <a:t> 96,096</a:t>
            </a:r>
          </a:p>
          <a:p>
            <a:pPr lvl="0"/>
            <a:r>
              <a:rPr lang="en-IN" b="1" dirty="0"/>
              <a:t>Average Order Value (AOV):</a:t>
            </a:r>
            <a:r>
              <a:rPr lang="en-IN" dirty="0"/>
              <a:t>  137.75</a:t>
            </a:r>
          </a:p>
          <a:p>
            <a:pPr lvl="0"/>
            <a:r>
              <a:rPr lang="en-IN" b="1" dirty="0"/>
              <a:t>Repeat Customer Rate:</a:t>
            </a:r>
            <a:r>
              <a:rPr lang="en-IN" dirty="0"/>
              <a:t> 3.12%</a:t>
            </a:r>
          </a:p>
          <a:p>
            <a:pPr lvl="0"/>
            <a:r>
              <a:rPr lang="en-IN" b="1" dirty="0"/>
              <a:t>On-Time Delivery Rate:</a:t>
            </a:r>
            <a:r>
              <a:rPr lang="en-IN" dirty="0"/>
              <a:t> 91.89%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7736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4945-AD2C-1C64-CE47-F8DBE9CEB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Key Business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067EC-32FF-A5FD-E4EF-83930A93A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High Order &amp; Item Volume:</a:t>
            </a:r>
            <a:r>
              <a:rPr lang="en-IN" dirty="0"/>
              <a:t> Processed 98,666 unique orders consisting of 112,650 total items, showing steady marketplace activity.</a:t>
            </a:r>
          </a:p>
          <a:p>
            <a:pPr lvl="0"/>
            <a:r>
              <a:rPr lang="en-IN" b="1" dirty="0"/>
              <a:t>Strong Delivery Performance:</a:t>
            </a:r>
            <a:r>
              <a:rPr lang="en-IN" dirty="0"/>
              <a:t> Achieved an </a:t>
            </a:r>
            <a:r>
              <a:rPr lang="en-IN" b="1" dirty="0"/>
              <a:t>91.89%</a:t>
            </a:r>
            <a:r>
              <a:rPr lang="en-IN" dirty="0"/>
              <a:t> on-time delivery rate, with an average </a:t>
            </a:r>
            <a:r>
              <a:rPr lang="en-IN" dirty="0" err="1"/>
              <a:t>fulfillment</a:t>
            </a:r>
            <a:r>
              <a:rPr lang="en-IN" dirty="0"/>
              <a:t> window of 12.56 days.</a:t>
            </a:r>
          </a:p>
          <a:p>
            <a:r>
              <a:rPr lang="en-IN" b="1" dirty="0"/>
              <a:t>Revenue Concentration:</a:t>
            </a:r>
            <a:r>
              <a:rPr lang="en-IN" dirty="0"/>
              <a:t> A significant portion of marketplace revenue is driven by top-performing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291754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77A1-F406-F150-0FA5-30953A38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A2467-3392-E479-8DA3-042CAF39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End-to-End Execution:</a:t>
            </a:r>
            <a:r>
              <a:rPr lang="en-IN" dirty="0"/>
              <a:t> Successfully transformed raw e-commerce data into structured, actionable business insights.</a:t>
            </a:r>
          </a:p>
          <a:p>
            <a:pPr lvl="0"/>
            <a:r>
              <a:rPr lang="en-IN" b="1" dirty="0"/>
              <a:t>Core Skills Applied:</a:t>
            </a:r>
            <a:r>
              <a:rPr lang="en-IN" dirty="0"/>
              <a:t> Gained hands-on experience in data cleaning, SQL querying, statistical evaluation, and BI dashboarding.</a:t>
            </a:r>
          </a:p>
          <a:p>
            <a:pPr lvl="0"/>
            <a:r>
              <a:rPr lang="en-IN" b="1" dirty="0"/>
              <a:t>Professional Growth:</a:t>
            </a:r>
            <a:r>
              <a:rPr lang="en-IN" dirty="0"/>
              <a:t> Enhanced analytical problem-solving and corporate presentation skills through real-world dataset exploration.</a:t>
            </a:r>
          </a:p>
          <a:p>
            <a:pPr marL="0" indent="0">
              <a:buNone/>
            </a:pPr>
            <a:r>
              <a:rPr lang="en-IN" b="1" dirty="0"/>
              <a:t>                                                 </a:t>
            </a:r>
          </a:p>
          <a:p>
            <a:pPr marL="0" indent="0">
              <a:buNone/>
            </a:pPr>
            <a:r>
              <a:rPr lang="en-IN" b="1" dirty="0"/>
              <a:t>                         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76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9C8F0D-975A-9415-3B5C-324962AF00DE}"/>
              </a:ext>
            </a:extLst>
          </p:cNvPr>
          <p:cNvSpPr txBox="1"/>
          <p:nvPr/>
        </p:nvSpPr>
        <p:spPr>
          <a:xfrm>
            <a:off x="2852928" y="2514600"/>
            <a:ext cx="6281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699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287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E-Commerce Data Analytics Milestone Project</vt:lpstr>
      <vt:lpstr>Project Introduction</vt:lpstr>
      <vt:lpstr>Project Objectives</vt:lpstr>
      <vt:lpstr>Dataset Overview</vt:lpstr>
      <vt:lpstr>Tools and Methodology</vt:lpstr>
      <vt:lpstr>Key Performance Metrics</vt:lpstr>
      <vt:lpstr>Some Key Business Findings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 ABINESH</dc:creator>
  <cp:lastModifiedBy>BALA ABINESH</cp:lastModifiedBy>
  <cp:revision>1</cp:revision>
  <dcterms:created xsi:type="dcterms:W3CDTF">2026-10-03T14:35:46Z</dcterms:created>
  <dcterms:modified xsi:type="dcterms:W3CDTF">2026-10-03T15:08:07Z</dcterms:modified>
</cp:coreProperties>
</file>